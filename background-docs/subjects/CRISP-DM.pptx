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"/>
  </p:notesMasterIdLst>
  <p:sldIdLst>
    <p:sldId id="423" r:id="rId2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056"/>
    <a:srgbClr val="E508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Stijl, lich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Stijl, gemiddeld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Stijl, gemiddeld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450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1836" y="11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rgen Ratering" userId="9bafc0d3-1bbb-444f-958a-6244e24b75fd" providerId="ADAL" clId="{DF6249AB-B71E-4BC4-913E-922F8B5A3956}"/>
    <pc:docChg chg="custSel delSld modSld">
      <pc:chgData name="Jurgen Ratering" userId="9bafc0d3-1bbb-444f-958a-6244e24b75fd" providerId="ADAL" clId="{DF6249AB-B71E-4BC4-913E-922F8B5A3956}" dt="2024-11-19T15:07:23.379" v="57" actId="14100"/>
      <pc:docMkLst>
        <pc:docMk/>
      </pc:docMkLst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1661200949" sldId="256"/>
        </pc:sldMkLst>
      </pc:sldChg>
      <pc:sldChg chg="del">
        <pc:chgData name="Jurgen Ratering" userId="9bafc0d3-1bbb-444f-958a-6244e24b75fd" providerId="ADAL" clId="{DF6249AB-B71E-4BC4-913E-922F8B5A3956}" dt="2024-11-14T06:42:27.792" v="49" actId="47"/>
        <pc:sldMkLst>
          <pc:docMk/>
          <pc:sldMk cId="4012315807" sldId="364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2178173066" sldId="368"/>
        </pc:sldMkLst>
      </pc:sldChg>
      <pc:sldChg chg="del">
        <pc:chgData name="Jurgen Ratering" userId="9bafc0d3-1bbb-444f-958a-6244e24b75fd" providerId="ADAL" clId="{DF6249AB-B71E-4BC4-913E-922F8B5A3956}" dt="2024-11-14T06:42:27.792" v="49" actId="47"/>
        <pc:sldMkLst>
          <pc:docMk/>
          <pc:sldMk cId="4120346347" sldId="374"/>
        </pc:sldMkLst>
      </pc:sldChg>
      <pc:sldChg chg="del">
        <pc:chgData name="Jurgen Ratering" userId="9bafc0d3-1bbb-444f-958a-6244e24b75fd" providerId="ADAL" clId="{DF6249AB-B71E-4BC4-913E-922F8B5A3956}" dt="2024-11-14T06:42:27.792" v="49" actId="47"/>
        <pc:sldMkLst>
          <pc:docMk/>
          <pc:sldMk cId="3343500943" sldId="394"/>
        </pc:sldMkLst>
      </pc:sldChg>
      <pc:sldChg chg="del">
        <pc:chgData name="Jurgen Ratering" userId="9bafc0d3-1bbb-444f-958a-6244e24b75fd" providerId="ADAL" clId="{DF6249AB-B71E-4BC4-913E-922F8B5A3956}" dt="2024-11-14T06:42:27.792" v="49" actId="47"/>
        <pc:sldMkLst>
          <pc:docMk/>
          <pc:sldMk cId="3280519673" sldId="395"/>
        </pc:sldMkLst>
      </pc:sldChg>
      <pc:sldChg chg="addSp delSp modSp mod">
        <pc:chgData name="Jurgen Ratering" userId="9bafc0d3-1bbb-444f-958a-6244e24b75fd" providerId="ADAL" clId="{DF6249AB-B71E-4BC4-913E-922F8B5A3956}" dt="2024-11-19T15:07:23.379" v="57" actId="14100"/>
        <pc:sldMkLst>
          <pc:docMk/>
          <pc:sldMk cId="3258388870" sldId="423"/>
        </pc:sldMkLst>
        <pc:spChg chg="mod">
          <ac:chgData name="Jurgen Ratering" userId="9bafc0d3-1bbb-444f-958a-6244e24b75fd" providerId="ADAL" clId="{DF6249AB-B71E-4BC4-913E-922F8B5A3956}" dt="2024-11-14T06:42:22.821" v="48" actId="20577"/>
          <ac:spMkLst>
            <pc:docMk/>
            <pc:sldMk cId="3258388870" sldId="423"/>
            <ac:spMk id="2" creationId="{F57A2E40-A1E9-E648-9859-3686F5F4404D}"/>
          </ac:spMkLst>
        </pc:spChg>
        <pc:picChg chg="del">
          <ac:chgData name="Jurgen Ratering" userId="9bafc0d3-1bbb-444f-958a-6244e24b75fd" providerId="ADAL" clId="{DF6249AB-B71E-4BC4-913E-922F8B5A3956}" dt="2024-11-19T15:06:54.912" v="50" actId="478"/>
          <ac:picMkLst>
            <pc:docMk/>
            <pc:sldMk cId="3258388870" sldId="423"/>
            <ac:picMk id="5" creationId="{9A97E7E9-3213-CA85-25C7-0B7D546EFA35}"/>
          </ac:picMkLst>
        </pc:picChg>
        <pc:picChg chg="add mod">
          <ac:chgData name="Jurgen Ratering" userId="9bafc0d3-1bbb-444f-958a-6244e24b75fd" providerId="ADAL" clId="{DF6249AB-B71E-4BC4-913E-922F8B5A3956}" dt="2024-11-19T15:07:23.379" v="57" actId="14100"/>
          <ac:picMkLst>
            <pc:docMk/>
            <pc:sldMk cId="3258388870" sldId="423"/>
            <ac:picMk id="8" creationId="{A0762B53-631C-149B-90F4-324C9C7A3F54}"/>
          </ac:picMkLst>
        </pc:picChg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4243397007" sldId="428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2954205214" sldId="429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2078006748" sldId="444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1436963700" sldId="966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3195087418" sldId="967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2013593638" sldId="968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909718961" sldId="970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4249773223" sldId="975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4245420153" sldId="976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1590050825" sldId="977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3555243517" sldId="978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954455362" sldId="979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1069973477" sldId="980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2326152065" sldId="981"/>
        </pc:sldMkLst>
      </pc:sldChg>
      <pc:sldChg chg="del">
        <pc:chgData name="Jurgen Ratering" userId="9bafc0d3-1bbb-444f-958a-6244e24b75fd" providerId="ADAL" clId="{DF6249AB-B71E-4BC4-913E-922F8B5A3956}" dt="2024-11-14T06:42:27.792" v="49" actId="47"/>
        <pc:sldMkLst>
          <pc:docMk/>
          <pc:sldMk cId="4258995264" sldId="982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1999836393" sldId="983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1686980373" sldId="984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1895746076" sldId="985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3918819114" sldId="986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2077253797" sldId="987"/>
        </pc:sldMkLst>
      </pc:sldChg>
      <pc:sldChg chg="del">
        <pc:chgData name="Jurgen Ratering" userId="9bafc0d3-1bbb-444f-958a-6244e24b75fd" providerId="ADAL" clId="{DF6249AB-B71E-4BC4-913E-922F8B5A3956}" dt="2024-11-14T06:42:13.008" v="0" actId="47"/>
        <pc:sldMkLst>
          <pc:docMk/>
          <pc:sldMk cId="4276661422" sldId="9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816DF0-B2E3-8740-A995-0B348745C638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nl-NL"/>
              <a:t>Tekststijl van het model bewerken
Tweede niveau
Derde niveau
Vierde niveau
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202B8-34A0-0B4D-BFB2-5539BF52953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5970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Afbeelding 4">
            <a:extLst>
              <a:ext uri="{FF2B5EF4-FFF2-40B4-BE49-F238E27FC236}">
                <a16:creationId xmlns:a16="http://schemas.microsoft.com/office/drawing/2014/main" id="{3E43DDCB-339E-4C3A-9E9E-C22943510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907" y="1624877"/>
            <a:ext cx="3997787" cy="2545109"/>
          </a:xfrm>
          <a:prstGeom prst="rect">
            <a:avLst/>
          </a:prstGeom>
        </p:spPr>
      </p:pic>
      <p:sp>
        <p:nvSpPr>
          <p:cNvPr id="29" name="Tijdelijke aanduiding voor tekst 28">
            <a:extLst>
              <a:ext uri="{FF2B5EF4-FFF2-40B4-BE49-F238E27FC236}">
                <a16:creationId xmlns:a16="http://schemas.microsoft.com/office/drawing/2014/main" id="{FDED8E11-341A-45D2-85B1-F7C4DB5323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9926" y="5095875"/>
            <a:ext cx="7839075" cy="1009650"/>
          </a:xfrm>
        </p:spPr>
        <p:txBody>
          <a:bodyPr>
            <a:normAutofit/>
          </a:bodyPr>
          <a:lstStyle>
            <a:lvl1pPr marL="0" indent="0">
              <a:buNone/>
              <a:defRPr lang="en-GB" sz="2475" b="0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Avenir Next Condensed"/>
                <a:ea typeface="Avenir Next Condensed Medium"/>
                <a:cs typeface="Avenir Next Condensed Medium"/>
                <a:sym typeface="Avenir Next Condensed Medium"/>
              </a:defRPr>
            </a:lvl1pPr>
          </a:lstStyle>
          <a:p>
            <a:pPr lvl="0"/>
            <a:r>
              <a:rPr lang="nl-NL" dirty="0"/>
              <a:t>VOORBEELD VAN EEN ONDERTITEL</a:t>
            </a:r>
            <a:endParaRPr lang="en-GB" dirty="0"/>
          </a:p>
        </p:txBody>
      </p:sp>
      <p:sp>
        <p:nvSpPr>
          <p:cNvPr id="34" name="Tijdelijke aanduiding voor tekst 33">
            <a:extLst>
              <a:ext uri="{FF2B5EF4-FFF2-40B4-BE49-F238E27FC236}">
                <a16:creationId xmlns:a16="http://schemas.microsoft.com/office/drawing/2014/main" id="{D9C3A310-643B-4139-9F62-77D0667471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9925" y="1196299"/>
            <a:ext cx="7844102" cy="588915"/>
          </a:xfrm>
        </p:spPr>
        <p:txBody>
          <a:bodyPr anchor="b">
            <a:noAutofit/>
          </a:bodyPr>
          <a:lstStyle>
            <a:lvl1pPr marL="0" indent="0">
              <a:buNone/>
              <a:defRPr lang="nl-NL" sz="1846" b="0" kern="1200" baseline="0" dirty="0" smtClean="0">
                <a:solidFill>
                  <a:srgbClr val="E50856"/>
                </a:solidFill>
                <a:latin typeface="Avenir Next Condensed"/>
                <a:ea typeface="Avenir Next Condensed Demi Bold"/>
                <a:cs typeface="Avenir Next Condensed Demi Bold"/>
                <a:sym typeface="Avenir Next Condensed Demi Bold"/>
              </a:defRPr>
            </a:lvl1pPr>
          </a:lstStyle>
          <a:p>
            <a:pPr lvl="0"/>
            <a:r>
              <a:rPr lang="nl-NL" dirty="0"/>
              <a:t>NAAM OPLEIDING/FACULTEIT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3983EC9-36B1-B744-A87D-1AA0BEB38B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925" y="1895907"/>
            <a:ext cx="7839075" cy="3089275"/>
          </a:xfrm>
        </p:spPr>
        <p:txBody>
          <a:bodyPr>
            <a:normAutofit/>
          </a:bodyPr>
          <a:lstStyle>
            <a:lvl1pPr marL="0" indent="0">
              <a:buNone/>
              <a:defRPr sz="6750" b="1">
                <a:latin typeface="Avenir Next Condensed" panose="020B0506020202020204" pitchFamily="34" charset="0"/>
              </a:defRPr>
            </a:lvl1pPr>
          </a:lstStyle>
          <a:p>
            <a:r>
              <a:rPr lang="nl-NL" dirty="0"/>
              <a:t>VOORBEELD VAN EEN TITEL_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BD83C3D-1083-8F40-A69B-0D12E4719EE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D687F6D-ADF0-1C41-93CB-D99BA5E06410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500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A991A77-E592-4927-BAD8-5D3406246A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25638"/>
            <a:ext cx="7886700" cy="425926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13B7015-BB4D-A84E-84E4-520C33B85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01C6F054-E1A5-C849-AE53-67AE5346EF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687F6D-ADF0-1C41-93CB-D99BA5E06410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3155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04E48767-DBA0-4144-B07A-E0457FACAB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25638"/>
            <a:ext cx="3943350" cy="425926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4" name="Titel 6">
            <a:extLst>
              <a:ext uri="{FF2B5EF4-FFF2-40B4-BE49-F238E27FC236}">
                <a16:creationId xmlns:a16="http://schemas.microsoft.com/office/drawing/2014/main" id="{24158585-8C9B-2444-8413-2968F1CB9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9"/>
            <a:ext cx="78867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F39414CB-019A-BA40-AC8D-CFEB67C419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687F6D-ADF0-1C41-93CB-D99BA5E06410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748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260C8E6A-14DF-4CBC-B795-FDA284EC47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14902" y="1917701"/>
            <a:ext cx="3600450" cy="4259263"/>
          </a:xfrm>
        </p:spPr>
        <p:txBody>
          <a:bodyPr>
            <a:normAutofit/>
          </a:bodyPr>
          <a:lstStyle>
            <a:lvl1pPr>
              <a:defRPr sz="1275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F1329CB-FA5D-45B5-AA42-AC585215A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25638"/>
            <a:ext cx="3943350" cy="425926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0688633-6D41-064D-B005-BBA9338D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9"/>
            <a:ext cx="78867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F04EAE8-50B9-2846-BBF5-622AB1D32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87F6D-ADF0-1C41-93CB-D99BA5E06410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51361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bbe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4B8653B3-70AE-4E3E-9A4D-3EAF4B4F4A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14900" y="1778434"/>
            <a:ext cx="3600450" cy="413103"/>
          </a:xfrm>
        </p:spPr>
        <p:txBody>
          <a:bodyPr anchor="ctr"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nl-NL" dirty="0"/>
              <a:t>Klik om een tekst toe te voegen</a:t>
            </a:r>
            <a:endParaRPr lang="en-GB" dirty="0"/>
          </a:p>
        </p:txBody>
      </p:sp>
      <p:sp>
        <p:nvSpPr>
          <p:cNvPr id="10" name="Tijdelijke aanduiding voor tekst 4">
            <a:extLst>
              <a:ext uri="{FF2B5EF4-FFF2-40B4-BE49-F238E27FC236}">
                <a16:creationId xmlns:a16="http://schemas.microsoft.com/office/drawing/2014/main" id="{60C7571E-BBB1-4DDF-9329-A0C028CAE8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1778434"/>
            <a:ext cx="3600450" cy="413103"/>
          </a:xfrm>
        </p:spPr>
        <p:txBody>
          <a:bodyPr anchor="ctr"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nl-NL" dirty="0"/>
              <a:t>Klik om een tekst toe te voegen</a:t>
            </a:r>
            <a:endParaRPr lang="en-GB" dirty="0"/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CE54818A-2359-4656-8BAE-BA7A617F31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2279280"/>
            <a:ext cx="3600450" cy="390562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11" name="Tijdelijke aanduiding voor tekst 4">
            <a:extLst>
              <a:ext uri="{FF2B5EF4-FFF2-40B4-BE49-F238E27FC236}">
                <a16:creationId xmlns:a16="http://schemas.microsoft.com/office/drawing/2014/main" id="{750B259D-85C8-43A7-A164-0E5FF89B8B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14900" y="2279280"/>
            <a:ext cx="3600450" cy="390562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8" name="Titel 6">
            <a:extLst>
              <a:ext uri="{FF2B5EF4-FFF2-40B4-BE49-F238E27FC236}">
                <a16:creationId xmlns:a16="http://schemas.microsoft.com/office/drawing/2014/main" id="{AB6897B6-1B30-8840-AEF5-653E3015C3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9"/>
            <a:ext cx="78867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09DDEEB-416B-2246-8946-A1807A5331B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0D687F6D-ADF0-1C41-93CB-D99BA5E06410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30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">
            <a:extLst>
              <a:ext uri="{FF2B5EF4-FFF2-40B4-BE49-F238E27FC236}">
                <a16:creationId xmlns:a16="http://schemas.microsoft.com/office/drawing/2014/main" id="{2F35E840-7D0C-489A-B88C-9B5B6A358F43}"/>
              </a:ext>
            </a:extLst>
          </p:cNvPr>
          <p:cNvSpPr/>
          <p:nvPr/>
        </p:nvSpPr>
        <p:spPr>
          <a:xfrm>
            <a:off x="2362200" y="733425"/>
            <a:ext cx="4419600" cy="539115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/>
          </a:p>
        </p:txBody>
      </p:sp>
      <p:pic>
        <p:nvPicPr>
          <p:cNvPr id="14" name="Afbeelding 2">
            <a:extLst>
              <a:ext uri="{FF2B5EF4-FFF2-40B4-BE49-F238E27FC236}">
                <a16:creationId xmlns:a16="http://schemas.microsoft.com/office/drawing/2014/main" id="{FFDA8079-95BD-45E3-8313-ABF6A59ED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162" y="601590"/>
            <a:ext cx="355939" cy="297299"/>
          </a:xfrm>
          <a:prstGeom prst="rect">
            <a:avLst/>
          </a:prstGeom>
        </p:spPr>
      </p:pic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7E150451-5081-475D-A7BF-2CE6F5C377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30162" y="5429601"/>
            <a:ext cx="3683000" cy="493713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0DA6865-FA7E-094E-A575-DAADE998A2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0162" y="1628775"/>
            <a:ext cx="3683000" cy="3600450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Avenir Next Condensed" panose="020B0506020202020204" pitchFamily="34" charset="0"/>
              </a:defRPr>
            </a:lvl1pPr>
          </a:lstStyle>
          <a:p>
            <a:r>
              <a:rPr lang="nl-NL" dirty="0"/>
              <a:t>‘QUOTE’</a:t>
            </a: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6CD40AA-A659-C746-BA8C-332F200424E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D687F6D-ADF0-1C41-93CB-D99BA5E06410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755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6486190-F1D1-43BB-B712-AB7BE1C1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 dirty="0"/>
              <a:t>KLIK OM STIJL TE BEWERKEN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BC46703-C372-4CCF-BBDB-349EF159E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2936B9B-9586-48DE-B845-C54BC129D8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807" y="6227764"/>
            <a:ext cx="1359194" cy="588915"/>
          </a:xfrm>
          <a:prstGeom prst="rect">
            <a:avLst/>
          </a:prstGeo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60F5766-4310-A54E-AEED-B54FD2369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650" y="633965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687F6D-ADF0-1C41-93CB-D99BA5E06410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96374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lang="nl-NL" sz="3200" b="0" kern="1200" baseline="0" dirty="0">
          <a:solidFill>
            <a:srgbClr val="E50056"/>
          </a:solidFill>
          <a:latin typeface="Avenir Next Condensed" panose="020B0506020202020204" pitchFamily="34" charset="0"/>
          <a:ea typeface="+mj-ea"/>
          <a:cs typeface="Arial" panose="020B0604020202020204" pitchFamily="34" charset="0"/>
          <a:sym typeface="Avenir Next Condensed Demi Bold"/>
        </a:defRPr>
      </a:lvl1pPr>
    </p:titleStyle>
    <p:bodyStyle>
      <a:lvl1pPr marL="128585" indent="-128585" algn="l" defTabSz="514337" rtl="0" eaLnBrk="1" latinLnBrk="0" hangingPunct="1">
        <a:lnSpc>
          <a:spcPct val="8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5753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2921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090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259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27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3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1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57A2E40-A1E9-E648-9859-3686F5F440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8650" y="1266738"/>
            <a:ext cx="3403419" cy="49181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nl-NL" dirty="0"/>
              <a:t>Cross </a:t>
            </a:r>
            <a:r>
              <a:rPr lang="nl-NL" dirty="0" err="1"/>
              <a:t>Industry</a:t>
            </a:r>
            <a:r>
              <a:rPr lang="nl-NL" dirty="0"/>
              <a:t> Standard </a:t>
            </a:r>
            <a:r>
              <a:rPr lang="nl-NL" dirty="0" err="1"/>
              <a:t>Process</a:t>
            </a:r>
            <a:r>
              <a:rPr lang="nl-NL" dirty="0"/>
              <a:t> for Data </a:t>
            </a:r>
            <a:r>
              <a:rPr lang="nl-NL" dirty="0" err="1"/>
              <a:t>Mining</a:t>
            </a:r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5CABFB0-1C00-6444-8F3D-CCFC7D55C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260" y="153218"/>
            <a:ext cx="7914865" cy="1021241"/>
          </a:xfrm>
        </p:spPr>
        <p:txBody>
          <a:bodyPr>
            <a:normAutofit/>
          </a:bodyPr>
          <a:lstStyle/>
          <a:p>
            <a:r>
              <a:rPr lang="en-US" dirty="0"/>
              <a:t>CRISP-DM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29A2739-B01E-D449-ADFB-5D8DDDE647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687F6D-ADF0-1C41-93CB-D99BA5E06410}" type="slidenum">
              <a:rPr lang="nl-NL" smtClean="0"/>
              <a:pPr/>
              <a:t>1</a:t>
            </a:fld>
            <a:endParaRPr lang="nl-NL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90EEACA9-826C-1588-B828-C87B9E9B08ED}"/>
              </a:ext>
            </a:extLst>
          </p:cNvPr>
          <p:cNvSpPr txBox="1"/>
          <p:nvPr/>
        </p:nvSpPr>
        <p:spPr>
          <a:xfrm>
            <a:off x="965200" y="6306776"/>
            <a:ext cx="622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Wirth, R., &amp; </a:t>
            </a: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Hipp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, J. (2000). CRISP-DM: Towards a standard process model for data mining. </a:t>
            </a:r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Proceedings of the 4th International Conference on the Practical Applications of Knowledge Discovery and Data Mining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, 29–39.</a:t>
            </a:r>
          </a:p>
        </p:txBody>
      </p:sp>
      <p:pic>
        <p:nvPicPr>
          <p:cNvPr id="8" name="Afbeelding 7" descr="Afbeelding met tekst, cirkel, schermopname, kabel&#10;&#10;Automatisch gegenereerde beschrijving">
            <a:extLst>
              <a:ext uri="{FF2B5EF4-FFF2-40B4-BE49-F238E27FC236}">
                <a16:creationId xmlns:a16="http://schemas.microsoft.com/office/drawing/2014/main" id="{A0762B53-631C-149B-90F4-324C9C7A3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004" y="561625"/>
            <a:ext cx="5639996" cy="566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388870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e_Sm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3" id="{F14B1E7B-9F33-4B61-8B71-E6870F80DCBC}" vid="{F6713404-27BD-4108-B3A7-55321B3BCFED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smal_wit_v4_dianummering JURGEN</Template>
  <TotalTime>0</TotalTime>
  <Words>51</Words>
  <Application>Microsoft Office PowerPoint</Application>
  <PresentationFormat>Diavoorstelling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Avenir Next Condensed</vt:lpstr>
      <vt:lpstr>Calibri</vt:lpstr>
      <vt:lpstr>Presentatie_Smal</vt:lpstr>
      <vt:lpstr>CRISP-DM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Nummer Drie</dc:creator>
  <cp:lastModifiedBy>Jurgen Ratering</cp:lastModifiedBy>
  <cp:revision>202</cp:revision>
  <dcterms:created xsi:type="dcterms:W3CDTF">2019-11-11T08:38:00Z</dcterms:created>
  <dcterms:modified xsi:type="dcterms:W3CDTF">2024-11-19T15:07:32Z</dcterms:modified>
</cp:coreProperties>
</file>